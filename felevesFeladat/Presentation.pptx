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C7AE4-0563-AFD6-7161-178833480F4D}" v="497" dt="2026-05-11T10:32:10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8" y="643467"/>
            <a:ext cx="5583109" cy="4627294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Countryside Adventure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 err="1"/>
              <a:t>Prókai</a:t>
            </a:r>
            <a:r>
              <a:rPr lang="en-US" dirty="0"/>
              <a:t> Ákos</a:t>
            </a:r>
          </a:p>
        </p:txBody>
      </p:sp>
      <p:pic>
        <p:nvPicPr>
          <p:cNvPr id="4" name="Picture 3" descr="UAZ-452 - Elfnet.hu">
            <a:extLst>
              <a:ext uri="{FF2B5EF4-FFF2-40B4-BE49-F238E27FC236}">
                <a16:creationId xmlns:a16="http://schemas.microsoft.com/office/drawing/2014/main" id="{44885D5B-2260-BC2E-DD86-AC987C6C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4" r="24456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47AFE-575A-D315-9F20-7F44DB6C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történet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55A0E7-88CF-5547-BACB-3E917D32F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3158741" cy="41792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A </a:t>
            </a:r>
            <a:r>
              <a:rPr lang="en-US" sz="2000" dirty="0" err="1">
                <a:ea typeface="+mn-lt"/>
                <a:cs typeface="+mn-lt"/>
              </a:rPr>
              <a:t>játékos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egy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pálya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szélén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egy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földúton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kezd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fákkal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körülvéve</a:t>
            </a:r>
            <a:r>
              <a:rPr lang="en-US" sz="2000" dirty="0">
                <a:ea typeface="+mn-lt"/>
                <a:cs typeface="+mn-lt"/>
              </a:rPr>
              <a:t>. A </a:t>
            </a:r>
            <a:r>
              <a:rPr lang="en-US" sz="2000" dirty="0" err="1">
                <a:ea typeface="+mn-lt"/>
                <a:cs typeface="+mn-lt"/>
              </a:rPr>
              <a:t>földúton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lát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egy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házat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egy</a:t>
            </a:r>
            <a:r>
              <a:rPr lang="en-US" sz="2000" dirty="0">
                <a:ea typeface="+mn-lt"/>
                <a:cs typeface="+mn-lt"/>
              </a:rPr>
              <a:t> UAZ-452-essel </a:t>
            </a:r>
            <a:r>
              <a:rPr lang="en-US" sz="2000" dirty="0" err="1">
                <a:ea typeface="+mn-lt"/>
                <a:cs typeface="+mn-lt"/>
              </a:rPr>
              <a:t>mellette</a:t>
            </a:r>
            <a:r>
              <a:rPr lang="en-US" sz="2000" dirty="0">
                <a:ea typeface="+mn-lt"/>
                <a:cs typeface="+mn-lt"/>
              </a:rPr>
              <a:t>. A </a:t>
            </a:r>
            <a:r>
              <a:rPr lang="en-US" sz="2000" dirty="0" err="1">
                <a:ea typeface="+mn-lt"/>
                <a:cs typeface="+mn-lt"/>
              </a:rPr>
              <a:t>játékos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felfedezi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hogy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az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ajtó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zárva</a:t>
            </a:r>
            <a:r>
              <a:rPr lang="en-US" sz="2000" dirty="0">
                <a:ea typeface="+mn-lt"/>
                <a:cs typeface="+mn-lt"/>
              </a:rPr>
              <a:t> van, </a:t>
            </a:r>
            <a:r>
              <a:rPr lang="en-US" sz="2000" dirty="0" err="1">
                <a:ea typeface="+mn-lt"/>
                <a:cs typeface="+mn-lt"/>
              </a:rPr>
              <a:t>ezért</a:t>
            </a:r>
            <a:r>
              <a:rPr lang="en-US" sz="2000" dirty="0">
                <a:ea typeface="+mn-lt"/>
                <a:cs typeface="+mn-lt"/>
              </a:rPr>
              <a:t> meg </a:t>
            </a:r>
            <a:r>
              <a:rPr lang="en-US" sz="2000" dirty="0" err="1">
                <a:ea typeface="+mn-lt"/>
                <a:cs typeface="+mn-lt"/>
              </a:rPr>
              <a:t>kell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próbálnia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másképpen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bejutnia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az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épületbe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és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megoldania</a:t>
            </a:r>
            <a:r>
              <a:rPr lang="en-US" sz="2000" dirty="0">
                <a:ea typeface="+mn-lt"/>
                <a:cs typeface="+mn-lt"/>
              </a:rPr>
              <a:t> a </a:t>
            </a:r>
            <a:r>
              <a:rPr lang="en-US" sz="2000" dirty="0" err="1">
                <a:ea typeface="+mn-lt"/>
                <a:cs typeface="+mn-lt"/>
              </a:rPr>
              <a:t>menekülést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az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erdőből</a:t>
            </a:r>
            <a:endParaRPr lang="en-US" sz="2000" dirty="0" err="1"/>
          </a:p>
        </p:txBody>
      </p:sp>
      <p:pic>
        <p:nvPicPr>
          <p:cNvPr id="5" name="Content Placeholder 4" descr="abandoned house from the 1800s : r/abandoned">
            <a:extLst>
              <a:ext uri="{FF2B5EF4-FFF2-40B4-BE49-F238E27FC236}">
                <a16:creationId xmlns:a16="http://schemas.microsoft.com/office/drawing/2014/main" id="{B03CEC56-87EF-AA1B-C43F-81342035F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09" r="5572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25871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EDA18-7F44-6359-A0D1-D98056FD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4391024" cy="1173700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Az </a:t>
            </a:r>
            <a:r>
              <a:rPr lang="en-US" sz="4000" dirty="0" err="1">
                <a:solidFill>
                  <a:schemeClr val="bg1"/>
                </a:solidFill>
              </a:rPr>
              <a:t>inspiráció</a:t>
            </a:r>
          </a:p>
        </p:txBody>
      </p:sp>
      <p:pic>
        <p:nvPicPr>
          <p:cNvPr id="4" name="Content Placeholder 3" descr="Minden, amit Slender Man legendájáról tudni érdemes">
            <a:extLst>
              <a:ext uri="{FF2B5EF4-FFF2-40B4-BE49-F238E27FC236}">
                <a16:creationId xmlns:a16="http://schemas.microsoft.com/office/drawing/2014/main" id="{9B0C9DF1-674D-702E-A7E4-A3A8CBBF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062"/>
          <a:stretch>
            <a:fillRect/>
          </a:stretch>
        </p:blipFill>
        <p:spPr>
          <a:xfrm>
            <a:off x="20" y="-1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7CD9E2-2C5D-D022-CA77-76150ADEC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669978"/>
            <a:ext cx="5692774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A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slenderman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játékokat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vettem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alapul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csak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papír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helyett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autó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 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alkatrészekkel</a:t>
            </a:r>
          </a:p>
        </p:txBody>
      </p:sp>
    </p:spTree>
    <p:extLst>
      <p:ext uri="{BB962C8B-B14F-4D97-AF65-F5344CB8AC3E}">
        <p14:creationId xmlns:p14="http://schemas.microsoft.com/office/powerpoint/2010/main" val="238039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333CE-1FC6-53EF-AD24-291620F8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5600" dirty="0" err="1"/>
              <a:t>Miért</a:t>
            </a:r>
            <a:r>
              <a:rPr lang="en-US" sz="5600" dirty="0"/>
              <a:t> </a:t>
            </a:r>
            <a:r>
              <a:rPr lang="en-US" sz="5600" dirty="0" err="1"/>
              <a:t>pont</a:t>
            </a:r>
            <a:r>
              <a:rPr lang="en-US" sz="5600" dirty="0"/>
              <a:t> </a:t>
            </a:r>
            <a:r>
              <a:rPr lang="en-US" sz="5600" dirty="0" err="1"/>
              <a:t>egy</a:t>
            </a:r>
            <a:r>
              <a:rPr lang="en-US" sz="5600" dirty="0"/>
              <a:t> UAZ?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UAZ-452 - Elfnet.hu">
            <a:extLst>
              <a:ext uri="{FF2B5EF4-FFF2-40B4-BE49-F238E27FC236}">
                <a16:creationId xmlns:a16="http://schemas.microsoft.com/office/drawing/2014/main" id="{FCF17361-6858-CD68-E31B-7BC0B7D6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9" r="19562" b="2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858225-3BA9-D456-49F9-6BFC95D7D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Az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egykori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Szovjetunió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legendás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járműve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bármilyen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terepen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megállja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helyét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játék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szempontjából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végén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amikor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szerelni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kell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az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UAZ-t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akkor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azt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az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egyszerű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designból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adódóan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nagyon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egyszerű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sp>
        <p:nvSpPr>
          <p:cNvPr id="24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3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55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2096C-E3A7-1B04-E924-D147749F5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Köszönöm a figyelmet!</a:t>
            </a:r>
          </a:p>
        </p:txBody>
      </p:sp>
      <p:pic>
        <p:nvPicPr>
          <p:cNvPr id="4" name="Content Placeholder 3" descr="Thumbs Up Smiley PNG, Vector, PSD, and Clipart With Transparent Background  for Free Download | Pngtree">
            <a:extLst>
              <a:ext uri="{FF2B5EF4-FFF2-40B4-BE49-F238E27FC236}">
                <a16:creationId xmlns:a16="http://schemas.microsoft.com/office/drawing/2014/main" id="{DE6691CF-26E9-D4F4-D13E-6735EE991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528585"/>
            <a:ext cx="7225748" cy="58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0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E683-5632-CC50-4B35-C506A73A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0283F-5E9A-24B0-23DF-1CF4F054D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Uaz </a:t>
            </a:r>
            <a:r>
              <a:rPr lang="en-US" dirty="0" err="1"/>
              <a:t>kép:</a:t>
            </a:r>
            <a:r>
              <a:rPr lang="en-US" dirty="0" err="1">
                <a:ea typeface="+mn-lt"/>
                <a:cs typeface="+mn-lt"/>
              </a:rPr>
              <a:t>https</a:t>
            </a:r>
            <a:r>
              <a:rPr lang="en-US" dirty="0">
                <a:ea typeface="+mn-lt"/>
                <a:cs typeface="+mn-lt"/>
              </a:rPr>
              <a:t>://elfnet.hu/images/</a:t>
            </a:r>
            <a:r>
              <a:rPr lang="en-US" dirty="0" err="1">
                <a:ea typeface="+mn-lt"/>
                <a:cs typeface="+mn-lt"/>
              </a:rPr>
              <a:t>kikapcsolodas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sokkerekkerek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szocialistaautok</a:t>
            </a:r>
            <a:r>
              <a:rPr lang="en-US" dirty="0">
                <a:ea typeface="+mn-lt"/>
                <a:cs typeface="+mn-lt"/>
              </a:rPr>
              <a:t>/uaz452/uaz_452_front.jpg</a:t>
            </a:r>
          </a:p>
          <a:p>
            <a:r>
              <a:rPr lang="en-US" dirty="0"/>
              <a:t>Elhagyott </a:t>
            </a:r>
            <a:r>
              <a:rPr lang="en-US" dirty="0" err="1"/>
              <a:t>ház:</a:t>
            </a:r>
            <a:r>
              <a:rPr lang="en-US" dirty="0" err="1">
                <a:ea typeface="+mn-lt"/>
                <a:cs typeface="+mn-lt"/>
              </a:rPr>
              <a:t>https</a:t>
            </a:r>
            <a:r>
              <a:rPr lang="en-US" dirty="0">
                <a:ea typeface="+mn-lt"/>
                <a:cs typeface="+mn-lt"/>
              </a:rPr>
              <a:t>://i.redd.it/abandoned-house-from-the-1800s-v0-whmee7sxpcte1.jpg?width=4032&amp;format=</a:t>
            </a:r>
            <a:r>
              <a:rPr lang="en-US" dirty="0" err="1">
                <a:ea typeface="+mn-lt"/>
                <a:cs typeface="+mn-lt"/>
              </a:rPr>
              <a:t>pjpg&amp;auto</a:t>
            </a:r>
            <a:r>
              <a:rPr lang="en-US" dirty="0">
                <a:ea typeface="+mn-lt"/>
                <a:cs typeface="+mn-lt"/>
              </a:rPr>
              <a:t>=</a:t>
            </a:r>
            <a:r>
              <a:rPr lang="en-US" dirty="0" err="1">
                <a:ea typeface="+mn-lt"/>
                <a:cs typeface="+mn-lt"/>
              </a:rPr>
              <a:t>webp&amp;s</a:t>
            </a:r>
            <a:r>
              <a:rPr lang="en-US" dirty="0">
                <a:ea typeface="+mn-lt"/>
                <a:cs typeface="+mn-lt"/>
              </a:rPr>
              <a:t>=9d395f17b3ffb96a9a1e2246d8ce25e4f9b77875</a:t>
            </a:r>
          </a:p>
          <a:p>
            <a:r>
              <a:rPr lang="en-US" dirty="0" err="1"/>
              <a:t>Ijesztő</a:t>
            </a:r>
            <a:r>
              <a:rPr lang="en-US" dirty="0"/>
              <a:t> </a:t>
            </a:r>
            <a:r>
              <a:rPr lang="en-US" dirty="0" err="1"/>
              <a:t>erdő</a:t>
            </a:r>
            <a:r>
              <a:rPr lang="en-US" dirty="0"/>
              <a:t>:</a:t>
            </a:r>
            <a:r>
              <a:rPr lang="en-US" dirty="0">
                <a:ea typeface="+mn-lt"/>
                <a:cs typeface="+mn-lt"/>
              </a:rPr>
              <a:t>https://hu.ign.com/slender-man/32998/minden-amit-slender-man-legendajarol-tudni-erdemes</a:t>
            </a:r>
          </a:p>
        </p:txBody>
      </p:sp>
    </p:spTree>
    <p:extLst>
      <p:ext uri="{BB962C8B-B14F-4D97-AF65-F5344CB8AC3E}">
        <p14:creationId xmlns:p14="http://schemas.microsoft.com/office/powerpoint/2010/main" val="26735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Countryside Adventure</vt:lpstr>
      <vt:lpstr>A történet</vt:lpstr>
      <vt:lpstr>Az inspiráció</vt:lpstr>
      <vt:lpstr>Miért pont egy UAZ?</vt:lpstr>
      <vt:lpstr>Köszönöm a figyelmet!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</cp:revision>
  <dcterms:created xsi:type="dcterms:W3CDTF">2026-05-11T10:15:58Z</dcterms:created>
  <dcterms:modified xsi:type="dcterms:W3CDTF">2026-05-11T10:36:39Z</dcterms:modified>
</cp:coreProperties>
</file>